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PROCESS REVIEW · BPI CHALLENGE 2019 EVENT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Purchase-to-pay: where invoices wait, and what to fix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52514E"/>
                </a:solidFill>
                <a:latin typeface="Segoe UI"/>
              </a:rPr>
              <a:t>Most invoices that take longer than 60 days to pay are probably not a process failure: 68% of them sit in one spend area (Packaging), which pays at a median of 69 days — the signature of longer agreed terms. The delays the company does control are upstream: invoices wait a median 9.6 days to be booked, and goods receipts are posted late enough to hold payments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251,734 PO lines  ·  1,595,923 logged steps  ·  1,975 vendors  ·  €996.8M ordered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R. Karan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HOW THE PROCESS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7,438 different paths, but the waiting is in two hand-offs</a:t>
            </a:r>
          </a:p>
        </p:txBody>
      </p:sp>
      <p:pic>
        <p:nvPicPr>
          <p:cNvPr id="4" name="Picture 3" descr="bottlene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7132320" cy="2852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73736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The textbook path covers 20% of lines; 38 paths cover 80%.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Invoice booked → paid is 34% of all waiting time; goods receipt → invoice booked is the next 14%.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Median time from invoice booked to paid: 42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FINDING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42% are paid after 60 days — mostly a terms question, not a process one</a:t>
            </a:r>
          </a:p>
        </p:txBody>
      </p:sp>
      <p:pic>
        <p:nvPicPr>
          <p:cNvPr id="4" name="Picture 3" descr="vendor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400800" cy="3151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23760" y="17373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42% of PO lines are paid after 60 days, but 57 vendors (3% of them) account for 80% of those lines, and Packaging alone accounts for 68%.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Action: Pull the contract terms for the 57 vendors. Where terms are 60 days or less, this is real late payment; where they are longer, re-baseline the KPI so it stops flagging agreed behaviour.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FINDINGS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The delays the company controls are upstream of payment</a:t>
            </a:r>
          </a:p>
        </p:txBody>
      </p:sp>
      <p:pic>
        <p:nvPicPr>
          <p:cNvPr id="4" name="Picture 3" descr="goods_receip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20624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Median 9.6 days from the vendor's invoice date to booking; 42% wait over two weeks. Booking is 96% manual, done by 29 people (219,288 bookings), although batch jobs already book 9,472.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Action: Pilot e-invoicing / OCR capture with the highest-volume vendors and track invoice-date-to-booking weekly, with a target median of 3 days.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When the invoice arrives before the goods receipt is posted, the line is paid after 60 days 7.7 percentage points more often — comparing within the same vendor (589 vendors). Blocked invoices spend 33% of their wait before the block is lifted (median 6.0 days).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Action: Set a 2-working-day posting target for goods receipts and report it by site. GR posting is 73% manual across 246 people; batch already posts 85,034, so extend automatic receipt to the vendors that support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FINDING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3,621 purchases were approved after the vendor had invoiced</a:t>
            </a:r>
          </a:p>
        </p:txBody>
      </p:sp>
      <p:pic>
        <p:nvPicPr>
          <p:cNvPr id="4" name="Picture 3" descr="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766560" cy="2345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3,621 lines (1.4%, €49.4M) were ordered after the vendor had already invoiced — a median 12 days later. Trading &amp; End Products produces 40% of them; in Real Estate, 52% of lines are retroactive.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Action: Enforce “no PO, no pay” in Trading &amp; End Products and Real Estate first, and brief the buyers behind the 83 vendors that make up 80% of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FINDING 5 AND WHAT WAS RULED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A simple rule and a week-of-month forecast are enough to run the team</a:t>
            </a:r>
          </a:p>
        </p:txBody>
      </p:sp>
      <p:pic>
        <p:nvPicPr>
          <p:cNvPr id="4" name="Picture 3" descr="work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852160" cy="2340864"/>
          </a:xfrm>
          <a:prstGeom prst="rect">
            <a:avLst/>
          </a:prstGeom>
        </p:spPr>
      </p:pic>
      <p:pic>
        <p:nvPicPr>
          <p:cNvPr id="5" name="Picture 4" descr="ga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5486400" cy="2869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Manual work in the fourth week of the month (days 22-28) runs 25% above the other weeks. A forecast that knows this misses by 11% four weeks ahead, against 17% for a flat 4-week average (6 backtest folds). The obvious suspect, month-end close, does not explain it: weeks holding a month end are only 6% busier.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Rework does not slow payment. Lines with changes or cancellations are paid after 60 days 41.7% of the time, against 41.6% without — no difference worth acting 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A machine-learning model adds little to a simple rule. Ranking new invoices by the vendor's past record scores AUC 0.825; gradient boosting scores 0.842. Among the riskiest 10% of invoices, the model is right 100% of the time and the rule 97% — use the rule.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A78D6"/>
                </a:solidFill>
                <a:latin typeface="Segoe UI"/>
              </a:rP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Segoe UI"/>
              </a:rPr>
              <a:t>What to do,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1. Check the terms before chasing “late” payments — Pull the contract terms for the 57 vendors. Where terms are 60 days or less, this is real late payment; where they are longer, re-baseline the KPI so it stops flagging agreed behaviour.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2. Invoices wait to be booked — Pilot e-invoicing / OCR capture with the highest-volume vendors and track invoice-date-to-booking weekly, with a target median of 3 days.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3. Late goods receipts hold payments — Set a 2-working-day posting target for goods receipts and report it by site. GR posting is 73% manual across 246 people; batch already posts 85,034, so extend automatic receipt to the vendors that support 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4. POs raised after the invoice — Enforce “no PO, no pay” in Trading &amp; End Products and Real Estate first, and brief the buyers behind the 83 vendors that make up 80% of cases.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5. Staff for week 4 of the month, not the average week — Plan the accounts-payable and receiving rota from the week-of-month forecast. Find out what lands in week 4 (a payment-run or reporting cut-off is the likely candidate) before moving work out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2514E"/>
                </a:solidFill>
                <a:latin typeface="Segoe UI"/>
              </a:rPr>
              <a:t>Limits: no payment terms in the log; first invoice per line; line values, not invoice amounts; one company, one year.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